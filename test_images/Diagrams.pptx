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686-F634-C5FA-1671-141AAD95F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B8AF4-C14C-F090-AD3C-945FC6ECA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9363-DC86-B3DD-AB3C-11786BA0D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7E791-FA28-D6E1-D641-4C91B9C5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D58F-C2E5-ED5B-EA75-C08E2572C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4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EA21-AF32-308B-0406-CE1B30C6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432C3-DC1F-19B3-08E4-2E8EE3AB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2CD0-0494-DFDC-6D2C-41A05466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3ED37-5F84-A375-8ABD-8598AC44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7CA37-4691-0324-4A7E-62695152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7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BEE8-5841-C84E-5C19-342A55360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DF63B-7C7E-D0FD-A27A-013AE0082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1B57-7AE2-61BE-8F0F-1731446E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C7D85-5835-6986-AFD0-4D4D36DE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B1B1-8F14-7928-BEDE-26F20C4A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18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CC33-216E-2F61-BB08-B3D9C9B8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42846-D1AB-B4BC-C6D2-C06D19B78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FC1DA-6574-62BA-A93A-717901044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D5FB5-6CAE-6749-4ACA-281B8E4E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0425C-4A60-6DC6-BF04-CC083AF3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7858D-80AF-1A5C-50AF-FFF5249B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2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145C-455F-F307-7B0E-0EFF76B83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B416F-3B2E-EEC4-164F-C0C1844A3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86884-0243-DCA4-360A-8F1F23FAA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6E2A0-E792-696A-08D8-68153E2EB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9D743-D916-535B-DF5C-858DE8B4E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D2986-A09C-4452-8230-F6BFCCE7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5B9C9-058F-94D1-A1FA-50801527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1C531-215C-12F6-24FB-B66840CE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52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BCDDF-FE5A-CBE9-9FD1-364A8E20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68CDD-E36F-E4AA-EE41-FF65305E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8F3B9-5EE3-5099-57BC-F885E6B7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46B42-C59B-C4DB-63C2-B96ED532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09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06219-5D17-F580-07F0-C4A50CB1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67882-E113-9259-0BE8-38349048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60C6D-13D4-1136-DE35-12C8F0A1E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98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1008-96BC-89DC-EE28-2DC214FC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2283-4DD0-6EAD-66CF-4B431528D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50842-132C-BEAF-14E9-12E95902A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78C7A-9833-7322-5E05-2847787E6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26E69-18E6-210B-4EA5-7152D902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1938F-1E32-1B7B-22E4-11B5DA3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C412-FD10-8FDC-8460-42DC2562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D5D2D4-4D87-D64A-284F-3A96950D4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41C07-4BAC-0AAC-4EA5-E9E764D84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E42A8-27FB-04DC-F62D-7448B281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9954E-DBDD-6538-64C9-F6D2E291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A9A6-89F0-44FE-2E99-720CD932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8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2D62-3244-2C57-DB5C-E55106FA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A8036-0D0A-EC2F-0B4E-26878D5B4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0A9CD-5CDA-49E7-B9B4-4C5964F1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1153A-216F-38F1-1BAE-16F16213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3B4A2-AA6C-0A46-AE8D-661E0B56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7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E4A0C-785C-9E35-FBB9-E436338FE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3ADF3-C2A8-EBBB-E372-4DCFF1183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93E3D-7602-2942-270C-7D5474DF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23801-469A-A3FE-FED6-BC0E6E1C7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49B95-BFBF-62A6-7B5F-CFC29DE7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05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98723-522F-4C56-CEAC-E9F4671C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2D054-13B4-8D0E-CB4F-3CB0AA1E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2F4CF-E0EF-D6B4-B670-B62E578A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B3EB1-2AF4-4324-9252-C335996B717C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00D36-5700-C770-745A-A542ED55C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B150-F489-7E8A-4F19-25652C7D8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1722E-FEA7-4001-95A1-4044FAC67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1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828EB6-FB11-835D-4630-BE95E8D20F04}"/>
              </a:ext>
            </a:extLst>
          </p:cNvPr>
          <p:cNvSpPr/>
          <p:nvPr/>
        </p:nvSpPr>
        <p:spPr>
          <a:xfrm>
            <a:off x="6400800" y="737419"/>
            <a:ext cx="2349910" cy="609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Input Images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494EBA-9C7C-EDEC-C0BF-7D5BB318E3B0}"/>
              </a:ext>
            </a:extLst>
          </p:cNvPr>
          <p:cNvSpPr/>
          <p:nvPr/>
        </p:nvSpPr>
        <p:spPr>
          <a:xfrm>
            <a:off x="6400800" y="1826341"/>
            <a:ext cx="2349910" cy="609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Preprocessing &amp; Masking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076001-D778-1CD7-C236-7CAE70BBE362}"/>
              </a:ext>
            </a:extLst>
          </p:cNvPr>
          <p:cNvSpPr/>
          <p:nvPr/>
        </p:nvSpPr>
        <p:spPr>
          <a:xfrm>
            <a:off x="6400800" y="3647769"/>
            <a:ext cx="2349910" cy="609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Evaluation &amp; Compare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36567C-5590-0773-9A67-F84B89C63C75}"/>
              </a:ext>
            </a:extLst>
          </p:cNvPr>
          <p:cNvSpPr/>
          <p:nvPr/>
        </p:nvSpPr>
        <p:spPr>
          <a:xfrm>
            <a:off x="6400800" y="4736691"/>
            <a:ext cx="2349910" cy="609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Result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D1F8B8-7862-BA58-D576-0FB9BD0A15E8}"/>
              </a:ext>
            </a:extLst>
          </p:cNvPr>
          <p:cNvSpPr/>
          <p:nvPr/>
        </p:nvSpPr>
        <p:spPr>
          <a:xfrm>
            <a:off x="6400800" y="5815781"/>
            <a:ext cx="2349910" cy="60960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Ensembling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4D089E-75FE-F582-A4C4-95F8BC4D03E5}"/>
              </a:ext>
            </a:extLst>
          </p:cNvPr>
          <p:cNvSpPr/>
          <p:nvPr/>
        </p:nvSpPr>
        <p:spPr>
          <a:xfrm>
            <a:off x="5815780" y="2850125"/>
            <a:ext cx="1351936" cy="53954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YOLO V9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2740E4-D590-2BB1-2F65-53D863944B0F}"/>
              </a:ext>
            </a:extLst>
          </p:cNvPr>
          <p:cNvSpPr/>
          <p:nvPr/>
        </p:nvSpPr>
        <p:spPr>
          <a:xfrm>
            <a:off x="7934632" y="2829231"/>
            <a:ext cx="1351936" cy="53954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YOLO V10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6E2FD9-82FC-C450-5C5E-3985677E0014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7575755" y="1347019"/>
            <a:ext cx="0" cy="479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17D181-2429-193A-91A8-E155B9C043F6}"/>
              </a:ext>
            </a:extLst>
          </p:cNvPr>
          <p:cNvCxnSpPr/>
          <p:nvPr/>
        </p:nvCxnSpPr>
        <p:spPr>
          <a:xfrm>
            <a:off x="7575755" y="4257369"/>
            <a:ext cx="0" cy="479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B00DE3-4634-FFF6-B56E-0B4C75E1278C}"/>
              </a:ext>
            </a:extLst>
          </p:cNvPr>
          <p:cNvCxnSpPr/>
          <p:nvPr/>
        </p:nvCxnSpPr>
        <p:spPr>
          <a:xfrm>
            <a:off x="7575755" y="5346291"/>
            <a:ext cx="0" cy="479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595EAF-BE55-9559-E17D-8FF336D82D77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7167716" y="2435941"/>
            <a:ext cx="408039" cy="4657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D603AA-3B23-F599-1E00-3AA4F1B2EE2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7575755" y="2435941"/>
            <a:ext cx="401893" cy="4184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2D3EEF-A61E-DC37-36BF-37BCB17129CB}"/>
              </a:ext>
            </a:extLst>
          </p:cNvPr>
          <p:cNvCxnSpPr/>
          <p:nvPr/>
        </p:nvCxnSpPr>
        <p:spPr>
          <a:xfrm>
            <a:off x="6912077" y="3429000"/>
            <a:ext cx="0" cy="2187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DC0A2D-95D2-3B57-407A-4306A89D09E7}"/>
              </a:ext>
            </a:extLst>
          </p:cNvPr>
          <p:cNvCxnSpPr/>
          <p:nvPr/>
        </p:nvCxnSpPr>
        <p:spPr>
          <a:xfrm>
            <a:off x="8175522" y="3428999"/>
            <a:ext cx="0" cy="2187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52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GAHANA S</dc:creator>
  <cp:lastModifiedBy>GAHANA S</cp:lastModifiedBy>
  <cp:revision>1</cp:revision>
  <dcterms:created xsi:type="dcterms:W3CDTF">2025-06-16T07:12:40Z</dcterms:created>
  <dcterms:modified xsi:type="dcterms:W3CDTF">2025-06-16T07:13:04Z</dcterms:modified>
</cp:coreProperties>
</file>